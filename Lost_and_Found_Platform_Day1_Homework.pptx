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and Found Platform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Sprint Planning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Homework  |  Advanced Software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card-0"/>
          <p:cNvSpPr/>
          <p:nvPr/>
        </p:nvSpPr>
        <p:spPr>
          <a:xfrm>
            <a:off x="457200" y="1280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items rarely reach their owners because finders and owners have no shared, trusted place to find each other.</a:t>
            </a:r>
            <a:endParaRPr lang="en-US" sz="1400" dirty="0"/>
          </a:p>
        </p:txBody>
      </p:sp>
      <p:sp>
        <p:nvSpPr>
          <p:cNvPr id="6" name="card-1"/>
          <p:cNvSpPr/>
          <p:nvPr/>
        </p:nvSpPr>
        <p:spPr>
          <a:xfrm>
            <a:off x="3291840" y="1280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report lost items, finders publish found ones, and anyone can search by category, location, date and status. Claims with proof of ownership keep returns safe.</a:t>
            </a:r>
            <a:endParaRPr lang="en-US" sz="1400" dirty="0"/>
          </a:p>
        </p:txBody>
      </p:sp>
      <p:sp>
        <p:nvSpPr>
          <p:cNvPr id="9" name="card-2"/>
          <p:cNvSpPr/>
          <p:nvPr/>
        </p:nvSpPr>
        <p:spPr>
          <a:xfrm>
            <a:off x="6126480" y="12801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useful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time, reduces stress and encourages the safe return of lost property across the community.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users and core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users</a:t>
            </a:r>
            <a:endParaRPr lang="en-US" sz="1800" dirty="0"/>
          </a:p>
        </p:txBody>
      </p:sp>
      <p:sp>
        <p:nvSpPr>
          <p:cNvPr id="4" name="user-0"/>
          <p:cNvSpPr/>
          <p:nvPr/>
        </p:nvSpPr>
        <p:spPr>
          <a:xfrm>
            <a:off x="457200" y="164592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 item; report it and search</a:t>
            </a:r>
            <a:endParaRPr lang="en-US" sz="1300" dirty="0"/>
          </a:p>
        </p:txBody>
      </p:sp>
      <p:sp>
        <p:nvSpPr>
          <p:cNvPr id="7" name="user-1"/>
          <p:cNvSpPr/>
          <p:nvPr/>
        </p:nvSpPr>
        <p:spPr>
          <a:xfrm>
            <a:off x="457200" y="260604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99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 item; publish it and return it</a:t>
            </a:r>
            <a:endParaRPr lang="en-US" sz="1300" dirty="0"/>
          </a:p>
        </p:txBody>
      </p:sp>
      <p:sp>
        <p:nvSpPr>
          <p:cNvPr id="10" name="user-2"/>
          <p:cNvSpPr/>
          <p:nvPr/>
        </p:nvSpPr>
        <p:spPr>
          <a:xfrm>
            <a:off x="457200" y="3566160"/>
            <a:ext cx="3017520" cy="822960"/>
          </a:xfrm>
          <a:prstGeom prst="roundRect">
            <a:avLst>
              <a:gd name="adj" fmla="val 11111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57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59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listings and verify claims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800" dirty="0"/>
          </a:p>
        </p:txBody>
      </p:sp>
      <p:sp>
        <p:nvSpPr>
          <p:cNvPr id="14" name="feature-dot-0"/>
          <p:cNvSpPr/>
          <p:nvPr/>
        </p:nvSpPr>
        <p:spPr>
          <a:xfrm>
            <a:off x="3840480" y="1645920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6459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(owner, finder, admin)</a:t>
            </a:r>
            <a:endParaRPr lang="en-US" sz="1400" dirty="0"/>
          </a:p>
        </p:txBody>
      </p:sp>
      <p:sp>
        <p:nvSpPr>
          <p:cNvPr id="17" name="feature-dot-1"/>
          <p:cNvSpPr/>
          <p:nvPr/>
        </p:nvSpPr>
        <p:spPr>
          <a:xfrm>
            <a:off x="3840480" y="2231136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23113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lost or found item with photo</a:t>
            </a:r>
            <a:endParaRPr lang="en-US" sz="1400" dirty="0"/>
          </a:p>
        </p:txBody>
      </p:sp>
      <p:sp>
        <p:nvSpPr>
          <p:cNvPr id="20" name="feature-dot-2"/>
          <p:cNvSpPr/>
          <p:nvPr/>
        </p:nvSpPr>
        <p:spPr>
          <a:xfrm>
            <a:off x="3840480" y="2816352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28163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by category, location, date, status</a:t>
            </a:r>
            <a:endParaRPr lang="en-US" sz="1400" dirty="0"/>
          </a:p>
        </p:txBody>
      </p:sp>
      <p:sp>
        <p:nvSpPr>
          <p:cNvPr id="23" name="feature-dot-3"/>
          <p:cNvSpPr/>
          <p:nvPr/>
        </p:nvSpPr>
        <p:spPr>
          <a:xfrm>
            <a:off x="3840480" y="3401568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340156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claim with proof of ownership</a:t>
            </a:r>
            <a:endParaRPr lang="en-US" sz="1400" dirty="0"/>
          </a:p>
        </p:txBody>
      </p:sp>
      <p:sp>
        <p:nvSpPr>
          <p:cNvPr id="26" name="feature-dot-4"/>
          <p:cNvSpPr/>
          <p:nvPr/>
        </p:nvSpPr>
        <p:spPr>
          <a:xfrm>
            <a:off x="3840480" y="3986784"/>
            <a:ext cx="411480" cy="4114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398678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to review reports and claims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3200" dirty="0"/>
          </a:p>
        </p:txBody>
      </p:sp>
      <p:sp>
        <p:nvSpPr>
          <p:cNvPr id="3" name="box-Users"/>
          <p:cNvSpPr/>
          <p:nvPr/>
        </p:nvSpPr>
        <p:spPr>
          <a:xfrm>
            <a:off x="457200" y="13716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C2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55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Owners, finders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admins</a:t>
            </a:r>
            <a:endParaRPr lang="en-US" sz="1200" dirty="0"/>
          </a:p>
        </p:txBody>
      </p:sp>
      <p:sp>
        <p:nvSpPr>
          <p:cNvPr id="7" name="box-Frontend"/>
          <p:cNvSpPr/>
          <p:nvPr/>
        </p:nvSpPr>
        <p:spPr>
          <a:xfrm>
            <a:off x="2606040" y="13716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C2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55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9659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forms</a:t>
            </a:r>
            <a:endParaRPr lang="en-US" sz="1200" dirty="0"/>
          </a:p>
        </p:txBody>
      </p:sp>
      <p:sp>
        <p:nvSpPr>
          <p:cNvPr id="11" name="box-Backend"/>
          <p:cNvSpPr/>
          <p:nvPr/>
        </p:nvSpPr>
        <p:spPr>
          <a:xfrm>
            <a:off x="4754880" y="13716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55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Express API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659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items, claims</a:t>
            </a:r>
            <a:endParaRPr lang="en-US" sz="1200" dirty="0"/>
          </a:p>
        </p:txBody>
      </p:sp>
      <p:sp>
        <p:nvSpPr>
          <p:cNvPr id="15" name="box-Database"/>
          <p:cNvSpPr/>
          <p:nvPr/>
        </p:nvSpPr>
        <p:spPr>
          <a:xfrm>
            <a:off x="6903720" y="137160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8C2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463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755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9659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related tables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1828800"/>
            <a:ext cx="45720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97680" y="1828800"/>
            <a:ext cx="45720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1828800"/>
            <a:ext cx="457200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12080" y="2286000"/>
            <a:ext cx="0" cy="82296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2286000"/>
            <a:ext cx="0" cy="82296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92024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097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100" dirty="0"/>
          </a:p>
        </p:txBody>
      </p:sp>
      <p:sp>
        <p:nvSpPr>
          <p:cNvPr id="29" name="box-Cloudinary"/>
          <p:cNvSpPr/>
          <p:nvPr/>
        </p:nvSpPr>
        <p:spPr>
          <a:xfrm>
            <a:off x="4160520" y="310896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B8C2D4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25196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Cloudinary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25196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200" dirty="0"/>
          </a:p>
        </p:txBody>
      </p:sp>
      <p:sp>
        <p:nvSpPr>
          <p:cNvPr id="32" name="box-Email service"/>
          <p:cNvSpPr/>
          <p:nvPr/>
        </p:nvSpPr>
        <p:spPr>
          <a:xfrm>
            <a:off x="5943600" y="310896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B8C2D4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03504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service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035040" y="34930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notices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boxes are external services</a:t>
            </a:r>
            <a:endParaRPr lang="en-US" sz="1100" dirty="0"/>
          </a:p>
        </p:txBody>
      </p:sp>
      <p:sp>
        <p:nvSpPr>
          <p:cNvPr id="36" name="flow-card"/>
          <p:cNvSpPr/>
          <p:nvPr/>
        </p:nvSpPr>
        <p:spPr>
          <a:xfrm>
            <a:off x="457200" y="29260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request flows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opens a page or submits a form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React sends a JSON request to the API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API checks login, role and rules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API reads or writes data in PostgreSQL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4251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API returns JSON; the screen updates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plan: five main entities</a:t>
            </a:r>
            <a:endParaRPr lang="en-US" sz="3200" dirty="0"/>
          </a:p>
        </p:txBody>
      </p:sp>
      <p:sp>
        <p:nvSpPr>
          <p:cNvPr id="3" name="entity-Users"/>
          <p:cNvSpPr/>
          <p:nvPr/>
        </p:nvSpPr>
        <p:spPr>
          <a:xfrm>
            <a:off x="457200" y="1234440"/>
            <a:ext cx="1554480" cy="3429000"/>
          </a:xfrm>
          <a:prstGeom prst="roundRect">
            <a:avLst>
              <a:gd name="adj" fmla="val 47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entity-head-Users"/>
          <p:cNvSpPr/>
          <p:nvPr/>
        </p:nvSpPr>
        <p:spPr>
          <a:xfrm>
            <a:off x="457200" y="12344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is_blocked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14" name="entity-Categories"/>
          <p:cNvSpPr/>
          <p:nvPr/>
        </p:nvSpPr>
        <p:spPr>
          <a:xfrm>
            <a:off x="2148840" y="1234440"/>
            <a:ext cx="1554480" cy="3429000"/>
          </a:xfrm>
          <a:prstGeom prst="roundRect">
            <a:avLst>
              <a:gd name="adj" fmla="val 47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entity-head-Categories"/>
          <p:cNvSpPr/>
          <p:nvPr/>
        </p:nvSpPr>
        <p:spPr>
          <a:xfrm>
            <a:off x="2148840" y="12344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4884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5856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58568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9" name="entity-Items"/>
          <p:cNvSpPr/>
          <p:nvPr/>
        </p:nvSpPr>
        <p:spPr>
          <a:xfrm>
            <a:off x="3840480" y="1234440"/>
            <a:ext cx="1554480" cy="3429000"/>
          </a:xfrm>
          <a:prstGeom prst="roundRect">
            <a:avLst>
              <a:gd name="adj" fmla="val 47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entity-head-Items"/>
          <p:cNvSpPr/>
          <p:nvPr/>
        </p:nvSpPr>
        <p:spPr>
          <a:xfrm>
            <a:off x="3840480" y="12344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95020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50208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reporter_id (FK)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(FK)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50208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50208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date_event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950208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950208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32" name="entity-ItemImages"/>
          <p:cNvSpPr/>
          <p:nvPr/>
        </p:nvSpPr>
        <p:spPr>
          <a:xfrm>
            <a:off x="5532120" y="1234440"/>
            <a:ext cx="1554480" cy="3429000"/>
          </a:xfrm>
          <a:prstGeom prst="roundRect">
            <a:avLst>
              <a:gd name="adj" fmla="val 47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3" name="entity-head-ItemImages"/>
          <p:cNvSpPr/>
          <p:nvPr/>
        </p:nvSpPr>
        <p:spPr>
          <a:xfrm>
            <a:off x="5532120" y="12344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3212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ItemImages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64184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41848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(FK)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64184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image_url</a:t>
            </a:r>
            <a:endParaRPr lang="en-US" sz="1200" dirty="0"/>
          </a:p>
        </p:txBody>
      </p:sp>
      <p:sp>
        <p:nvSpPr>
          <p:cNvPr id="38" name="entity-Claims"/>
          <p:cNvSpPr/>
          <p:nvPr/>
        </p:nvSpPr>
        <p:spPr>
          <a:xfrm>
            <a:off x="7223760" y="1234440"/>
            <a:ext cx="1554480" cy="3429000"/>
          </a:xfrm>
          <a:prstGeom prst="roundRect">
            <a:avLst>
              <a:gd name="adj" fmla="val 47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39" name="entity-head-Claims"/>
          <p:cNvSpPr/>
          <p:nvPr/>
        </p:nvSpPr>
        <p:spPr>
          <a:xfrm>
            <a:off x="7223760" y="12344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2376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33488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333488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(FK)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333488" y="2359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claimant_id (FK)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333488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proof_description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333488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proof_image_url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333488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333488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reviewed_by (FK)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333488" y="3730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between entities</a:t>
            </a:r>
            <a:endParaRPr lang="en-US" sz="3200" dirty="0"/>
          </a:p>
        </p:txBody>
      </p:sp>
      <p:sp>
        <p:nvSpPr>
          <p:cNvPr id="3" name="rel-0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1 : many Items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can report many items</a:t>
            </a:r>
            <a:endParaRPr lang="en-US" sz="1400" dirty="0"/>
          </a:p>
        </p:txBody>
      </p:sp>
      <p:sp>
        <p:nvSpPr>
          <p:cNvPr id="6" name="rel-1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1 : many Items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 groups many items</a:t>
            </a:r>
            <a:endParaRPr lang="en-US" sz="1400" dirty="0"/>
          </a:p>
        </p:txBody>
      </p:sp>
      <p:sp>
        <p:nvSpPr>
          <p:cNvPr id="9" name="rel-2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1 : many ItemImages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 can have many photos</a:t>
            </a:r>
            <a:endParaRPr lang="en-US" sz="1400" dirty="0"/>
          </a:p>
        </p:txBody>
      </p:sp>
      <p:sp>
        <p:nvSpPr>
          <p:cNvPr id="12" name="rel-3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 1 : many Claims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 can receive many claims</a:t>
            </a:r>
            <a:endParaRPr lang="en-US" sz="1400" dirty="0"/>
          </a:p>
        </p:txBody>
      </p:sp>
      <p:sp>
        <p:nvSpPr>
          <p:cNvPr id="15" name="rel-4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1 : many Claims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can submit many claims</a:t>
            </a:r>
            <a:endParaRPr lang="en-US" sz="1400" dirty="0"/>
          </a:p>
        </p:txBody>
      </p:sp>
      <p:sp>
        <p:nvSpPr>
          <p:cNvPr id="18" name="rel-5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1 : many Claims (reviewed_by)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admin can review many claims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 (1 of 2)</a:t>
            </a:r>
            <a:endParaRPr lang="en-US" sz="3200" dirty="0"/>
          </a:p>
        </p:txBody>
      </p:sp>
      <p:sp>
        <p:nvSpPr>
          <p:cNvPr id="3" name="sprint-goal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(2 weeks): 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MVP where a user can register, report an item, search listings and submit a claim, and an admin can approve or reject it.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8872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 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 Create GitHub repo, README and branch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 Design ER diagram and database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 Create tables, migrations and seed categories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 Set up backend and register/login API (JWT)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 Build items API: create, list, search, filter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 Build claims API: submit, approve, reject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 Integrate image upload (Cloudinary)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 (2 of 2)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8872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 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 Frontend layout, routing, login and register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 Report lost/found item 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 Listings page with search and filters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  Claim form and My Claims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 Admin dashboard: review items and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  Write test plan and API/UI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  Deploy app and prepare sprint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estimate: 75 hours, about 19 hours per member. All tasks start as "To do".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</a:t>
            </a:r>
            <a:endParaRPr lang="en-US" sz="3200" dirty="0"/>
          </a:p>
        </p:txBody>
      </p:sp>
      <p:sp>
        <p:nvSpPr>
          <p:cNvPr id="3" name="role-A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4" name="role-dot-A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lead and QA lead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sprint, keeps the repo and README organized, writes the test plan, tests features, deploys</a:t>
            </a:r>
            <a:endParaRPr lang="en-US" sz="1300" dirty="0"/>
          </a:p>
        </p:txBody>
      </p:sp>
      <p:sp>
        <p:nvSpPr>
          <p:cNvPr id="9" name="role-B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0" name="role-dot-B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React pages, forms, search filters and the admin dashboard; connects them to the API</a:t>
            </a:r>
            <a:endParaRPr lang="en-US" sz="1300" dirty="0"/>
          </a:p>
        </p:txBody>
      </p:sp>
      <p:sp>
        <p:nvSpPr>
          <p:cNvPr id="15" name="role-C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16" name="role-dot-C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54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REST API, authentication, claim review logic and admin rules</a:t>
            </a:r>
            <a:endParaRPr lang="en-US" sz="1300" dirty="0"/>
          </a:p>
        </p:txBody>
      </p:sp>
      <p:sp>
        <p:nvSpPr>
          <p:cNvPr id="21" name="role-D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 w="6350">
            <a:solidFill>
              <a:srgbClr val="EEF2F8"/>
            </a:solidFill>
            <a:prstDash val="solid"/>
          </a:ln>
        </p:spPr>
      </p:sp>
      <p:sp>
        <p:nvSpPr>
          <p:cNvPr id="22" name="role-dot-D"/>
          <p:cNvSpPr/>
          <p:nvPr/>
        </p:nvSpPr>
        <p:spPr>
          <a:xfrm>
            <a:off x="4846320" y="3154680"/>
            <a:ext cx="548640" cy="5486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154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developer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schema, writes migrations, optimizes search queries, handles image storage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repository setup</a:t>
            </a:r>
            <a:endParaRPr lang="en-US" sz="3200" dirty="0"/>
          </a:p>
        </p:txBody>
      </p:sp>
      <p:sp>
        <p:nvSpPr>
          <p:cNvPr id="3" name="check-0"/>
          <p:cNvSpPr/>
          <p:nvPr/>
        </p:nvSpPr>
        <p:spPr>
          <a:xfrm>
            <a:off x="457200" y="12801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2435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 lost-and-found-platform</a:t>
            </a:r>
            <a:endParaRPr lang="en-US" sz="1400" dirty="0"/>
          </a:p>
        </p:txBody>
      </p:sp>
      <p:sp>
        <p:nvSpPr>
          <p:cNvPr id="5" name="check-1"/>
          <p:cNvSpPr/>
          <p:nvPr/>
        </p:nvSpPr>
        <p:spPr>
          <a:xfrm>
            <a:off x="457200" y="18288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92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README: name, description, diagram</a:t>
            </a:r>
            <a:endParaRPr lang="en-US" sz="1400" dirty="0"/>
          </a:p>
        </p:txBody>
      </p:sp>
      <p:sp>
        <p:nvSpPr>
          <p:cNvPr id="7" name="check-2"/>
          <p:cNvSpPr/>
          <p:nvPr/>
        </p:nvSpPr>
        <p:spPr>
          <a:xfrm>
            <a:off x="457200" y="23774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3408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Folders: frontend/, backend/, docs/</a:t>
            </a:r>
            <a:endParaRPr lang="en-US" sz="1400" dirty="0"/>
          </a:p>
        </p:txBody>
      </p:sp>
      <p:sp>
        <p:nvSpPr>
          <p:cNvPr id="9" name="check-3"/>
          <p:cNvSpPr/>
          <p:nvPr/>
        </p:nvSpPr>
        <p:spPr>
          <a:xfrm>
            <a:off x="457200" y="29260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889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main; use feature branches</a:t>
            </a:r>
            <a:endParaRPr lang="en-US" sz="1400" dirty="0"/>
          </a:p>
        </p:txBody>
      </p:sp>
      <p:sp>
        <p:nvSpPr>
          <p:cNvPr id="11" name="check-4"/>
          <p:cNvSpPr/>
          <p:nvPr/>
        </p:nvSpPr>
        <p:spPr>
          <a:xfrm>
            <a:off x="457200" y="34747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all team members</a:t>
            </a:r>
            <a:endParaRPr lang="en-US" sz="1400" dirty="0"/>
          </a:p>
        </p:txBody>
      </p:sp>
      <p:sp>
        <p:nvSpPr>
          <p:cNvPr id="13" name="check-5"/>
          <p:cNvSpPr/>
          <p:nvPr/>
        </p:nvSpPr>
        <p:spPr>
          <a:xfrm>
            <a:off x="457200" y="40233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986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repository link</a:t>
            </a:r>
            <a:endParaRPr lang="en-US" sz="1400" dirty="0"/>
          </a:p>
        </p:txBody>
      </p:sp>
      <p:sp>
        <p:nvSpPr>
          <p:cNvPr id="15" name="readme-box"/>
          <p:cNvSpPr/>
          <p:nvPr/>
        </p:nvSpPr>
        <p:spPr>
          <a:xfrm>
            <a:off x="4754880" y="128016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691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Lost and Found 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full-stack web app to report, search and claim lost belongings.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 React, Node.js/Express, PostgreSQL, Cloudinary.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Architecture: docs/architecture.png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link: add yours here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and Found Platform - Day 1 Homework</dc:title>
  <dc:subject>PptxGenJS Presentation</dc:subject>
  <dc:creator>PptxGenJS</dc:creator>
  <cp:lastModifiedBy>PptxGenJS</cp:lastModifiedBy>
  <cp:revision>1</cp:revision>
  <dcterms:created xsi:type="dcterms:W3CDTF">2026-10-14T05:31:30Z</dcterms:created>
  <dcterms:modified xsi:type="dcterms:W3CDTF">2026-10-14T05:31:30Z</dcterms:modified>
</cp:coreProperties>
</file>